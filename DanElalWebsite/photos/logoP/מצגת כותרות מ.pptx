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A87FC0-7928-4F89-F696-E28FD3BB7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36D5A1D-5D73-3B50-1BE2-5DB2F24C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7615EE-046E-04B5-A2B0-CBDDA7BC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0825FE0-D977-9CFA-7686-B8F1C90F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AE0CF82-ADE4-B7BF-71A0-F178A98D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365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3C43BA-4C8D-F9C7-DA98-8BEACDCB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A40CEF9-C8D2-1661-A96F-5851BBD03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0F68026-2121-1D86-B492-46D78F9D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C20561-5151-A9CD-2AFE-FDDA146D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D85019-9D33-3323-DE07-E06F2CF6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220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E225CD-F54E-0F77-1EFE-5A3A8104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EF37F75-35C6-1619-2670-80FD7D157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D0C1E2B-35CF-63BD-0B82-CECC4169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A8BEB84-FF0B-D0D2-C549-78F9DA41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853E4D-56A1-4E34-DAB0-2DC58CB9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847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1CF7DE-00CC-D32E-DFC6-FFC36ED7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1D4A5C-8CE1-47FF-6AF0-C4DABB851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2B0915C-200A-4F84-8F91-903F0900A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C99B3E5-06A8-272C-A00E-6C453E4C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1F4995A-855D-627F-2B7D-A8E3ABFA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9F6E36F-D88C-DC3D-1837-E2C6758B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003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F581CE-560D-8480-745B-077FB40A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DFFB807-4566-4F77-83B4-92EA25928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45CF3F9-A834-60E7-66D8-92ADC4557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8EA0F47-86A4-5E2D-7024-B1B6214C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0A119AD-AE04-C0D7-78A6-F1FA7C203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64E1E75-5A3F-21ED-1E31-9A632C35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E9D7072-C51E-4405-B18A-34E95250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F9AEC64-0E55-777D-246E-E4AC60D6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238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64E1A2-5526-A99B-DD42-5F0D90ED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E298F2F-CCDB-2B0B-180C-2B33D0AB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52FC388-4B04-61F8-2B92-11D0B837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CD8EEC7-857E-A20C-5474-A64EA7DB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940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1171DA5-2FB1-504B-7A5D-0D829169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C3AB8B0-FBF4-80F4-B63F-4480852E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166ACE3-AF8B-174C-7B83-547378C8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041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FBE61E-F7D4-33FA-6036-4B3BB1D3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D917174-CFDF-2B29-C0C7-AF3D10A4F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F4AAA9D-704F-BCF2-8E36-7CC41E7E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2175714-B034-4F10-A029-BF0AB237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BCA0C61-B924-2D8A-D982-301ABD7B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4471CF7-BF09-5043-9A32-7DC060FB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7691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F92CED-240C-363B-D95C-61773DB2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1570CC3-2B41-6590-AD10-805E046DD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C461107-4E11-C292-BAC8-4DA6D1CF9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0B2C055-2362-FE12-0C91-5796334D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732304C-BFE3-CC4D-224A-D9A0754D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A8618AA-6ACB-2B58-FDE2-00F7AB7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047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EF909C-9A8B-441B-5AFC-828C9BFD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205C94C-B0C1-3BCD-FC2D-8F8CE05C8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5FDDC3-4C01-A3E3-5B54-AD9124ED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9C5AC43-F6BD-96B6-A026-824A2E12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2C94C0-2893-6961-7DE5-95C83E56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947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A491EAA-8610-6371-10D0-43AA535C0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F3E7089-183D-23ED-D17C-4499C55C0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29B3532-2A13-22C2-A890-16062231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8CD4CFB-0284-EA94-1F55-A01D4078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6ECEF88-F50C-2F9E-3565-65A6796E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437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309C7393-7FCA-F81A-5903-E5BAEA56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9183A92-C7C4-08BA-B70D-654325515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E86CDC-BE88-95B0-00A9-E86E8FAE3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B6808-98D1-478C-B473-A0BBFECA4FBA}" type="datetimeFigureOut">
              <a:rPr lang="he-IL" smtClean="0"/>
              <a:t>כ"א/ניסן/תשפ"ו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47C50AA-F81E-0F2D-ECAB-8A5837D96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04AE35-A0FF-0E6F-2718-AC84D4467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A65CF-4D87-4511-86E5-6630F3364B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649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BCB12A9-9933-BA43-5635-731FFB6E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3" t="37023" r="34085" b="44077"/>
          <a:stretch>
            <a:fillRect/>
          </a:stretch>
        </p:blipFill>
        <p:spPr>
          <a:xfrm>
            <a:off x="5878869" y="732405"/>
            <a:ext cx="2322990" cy="1358283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24A4B26-5C97-92E8-DA2E-2762F0620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5" t="35966" r="64569" b="42804"/>
          <a:stretch>
            <a:fillRect/>
          </a:stretch>
        </p:blipFill>
        <p:spPr>
          <a:xfrm>
            <a:off x="653621" y="732405"/>
            <a:ext cx="2300056" cy="135828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64C53A4-7E99-632E-820E-BEB606D09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7" t="5264" r="66137" b="74930"/>
          <a:stretch>
            <a:fillRect/>
          </a:stretch>
        </p:blipFill>
        <p:spPr>
          <a:xfrm>
            <a:off x="9119220" y="448318"/>
            <a:ext cx="2322990" cy="1358283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4088D27C-EEC9-7641-6B03-972A1540A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19" t="7076" r="36465" b="73119"/>
          <a:stretch>
            <a:fillRect/>
          </a:stretch>
        </p:blipFill>
        <p:spPr>
          <a:xfrm>
            <a:off x="3311743" y="732405"/>
            <a:ext cx="2322990" cy="1358284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3959452A-A58A-A662-3A78-1973E4CD2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0" t="5739" r="9727" b="74455"/>
          <a:stretch>
            <a:fillRect/>
          </a:stretch>
        </p:blipFill>
        <p:spPr>
          <a:xfrm>
            <a:off x="4786915" y="2241609"/>
            <a:ext cx="2322990" cy="1358283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7776B6F8-E353-68CF-C0B5-DF180314E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66408" r="64926" b="16764"/>
          <a:stretch>
            <a:fillRect/>
          </a:stretch>
        </p:blipFill>
        <p:spPr>
          <a:xfrm>
            <a:off x="1425979" y="2339264"/>
            <a:ext cx="2300056" cy="1358282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BA473110-6425-17B4-6873-94170A96A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70" t="67228" r="34958" b="16808"/>
          <a:stretch>
            <a:fillRect/>
          </a:stretch>
        </p:blipFill>
        <p:spPr>
          <a:xfrm>
            <a:off x="7133579" y="2241610"/>
            <a:ext cx="2300056" cy="1358282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EAED34E3-5D5E-CE4E-BDF8-173D63782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81" t="68997" r="7166" b="16893"/>
          <a:stretch>
            <a:fillRect/>
          </a:stretch>
        </p:blipFill>
        <p:spPr>
          <a:xfrm>
            <a:off x="1414512" y="4088170"/>
            <a:ext cx="2322989" cy="1358283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32ECE2CF-535F-E933-5A6E-06F8126CF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27" t="39094" r="7278" b="45308"/>
          <a:stretch>
            <a:fillRect/>
          </a:stretch>
        </p:blipFill>
        <p:spPr>
          <a:xfrm>
            <a:off x="4627117" y="3750812"/>
            <a:ext cx="2322990" cy="135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7883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דן אלעל</dc:creator>
  <cp:lastModifiedBy>דן אלעל</cp:lastModifiedBy>
  <cp:revision>1</cp:revision>
  <dcterms:created xsi:type="dcterms:W3CDTF">2026-04-08T12:53:53Z</dcterms:created>
  <dcterms:modified xsi:type="dcterms:W3CDTF">2026-04-08T12:55:56Z</dcterms:modified>
</cp:coreProperties>
</file>