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D4B4A13-0B4B-79E5-F0CC-D5115A824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E04792C-4AE2-F452-2146-F483E58F0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D965ED5-B60C-22C6-35CD-53DD83C5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C7BA3-AAEE-4E6F-9723-3F2E43AA5A0C}" type="datetimeFigureOut">
              <a:rPr lang="he-IL" smtClean="0"/>
              <a:t>ה'/כסלו/תשפ"ו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DF963D8-3721-BA18-E19E-242F1CA69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699CDF1-E4E4-7A68-8793-B8C7B85FE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058BF-577F-4ED4-AEFB-7165FD0604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0389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0A5CBD3-6215-BA06-EC42-7034A237A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DDA4CD6-69CE-C77D-F45A-734510382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CAC2EF1-FA47-4CEE-F1CC-FD6250607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C7BA3-AAEE-4E6F-9723-3F2E43AA5A0C}" type="datetimeFigureOut">
              <a:rPr lang="he-IL" smtClean="0"/>
              <a:t>ה'/כסלו/תשפ"ו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5175B8B-F472-CAE8-FBD1-6F5FE7BD1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7E4C32D-A821-3EC4-F751-F8C2D8089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058BF-577F-4ED4-AEFB-7165FD0604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3778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57D4DB6-F032-8AD6-4EEA-92652DA71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7BE05D3-D9F7-84DC-02AA-764AEC210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88D6245-DD72-750C-6513-AF4AC871F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C7BA3-AAEE-4E6F-9723-3F2E43AA5A0C}" type="datetimeFigureOut">
              <a:rPr lang="he-IL" smtClean="0"/>
              <a:t>ה'/כסלו/תשפ"ו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C7C20C9-6AB2-BB03-A8EA-76504BE0C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BFDE8F4-29F8-7D31-609C-43C31DD48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058BF-577F-4ED4-AEFB-7165FD0604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81657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1B0EB7C-AA08-DD82-D04D-68E0E8651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A94FF22-DAE1-244B-4842-2746DBE4F8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028E765-0752-2F28-7204-C0C2400D0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2DA0DEF-FF82-D990-C342-48CBBB23C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C7BA3-AAEE-4E6F-9723-3F2E43AA5A0C}" type="datetimeFigureOut">
              <a:rPr lang="he-IL" smtClean="0"/>
              <a:t>ה'/כסלו/תשפ"ו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48CFE1B-27CA-19C1-292E-7AB24BDB8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F812795-FA4C-2E17-604E-4A8DBADF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058BF-577F-4ED4-AEFB-7165FD0604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2437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81B7130-BA09-2B4C-1CA3-24D7435D5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E550A7A-45AC-5108-2358-1192AACA9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74736D3-5047-B11F-81AA-E7CBCEC4D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9C346AA1-3AB8-1BAE-084E-A3F7920A6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5E2516C-47AA-5E66-EFF4-A52EEB929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8B9D3B7-D4EF-6CD4-C2CD-BFE26D114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C7BA3-AAEE-4E6F-9723-3F2E43AA5A0C}" type="datetimeFigureOut">
              <a:rPr lang="he-IL" smtClean="0"/>
              <a:t>ה'/כסלו/תשפ"ו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E6F3C6D6-4795-001B-A8E5-DCA49A794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BAA88D73-A7D7-452B-17AC-09480FE8F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058BF-577F-4ED4-AEFB-7165FD0604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27838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509716-C33C-A28B-8517-2E07810AC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7FC65302-0DBD-C61A-6EC8-149DF4BC6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C7BA3-AAEE-4E6F-9723-3F2E43AA5A0C}" type="datetimeFigureOut">
              <a:rPr lang="he-IL" smtClean="0"/>
              <a:t>ה'/כסלו/תשפ"ו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E4B2AD5C-FECD-44D7-FFF5-AE28DCA5D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D4243AB-80EA-9C34-8831-4B8DBCBE7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058BF-577F-4ED4-AEFB-7165FD0604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6984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57A48A90-3DE4-098A-682E-5DC41E5B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C7BA3-AAEE-4E6F-9723-3F2E43AA5A0C}" type="datetimeFigureOut">
              <a:rPr lang="he-IL" smtClean="0"/>
              <a:t>ה'/כסלו/תשפ"ו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7648EB9-8944-D72E-3C0B-2C281E13F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E26B09E-5017-2ADF-CA00-E6D2CE5EF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058BF-577F-4ED4-AEFB-7165FD0604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037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1AE8149-9FDC-9267-EB0C-2EB84006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85A8C37-D636-D879-A10A-D2D9FA4C6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A98AA75-44FB-722F-FA2D-365F1B14A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EA75DC6-7761-528A-818E-DFBCC1F7E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C7BA3-AAEE-4E6F-9723-3F2E43AA5A0C}" type="datetimeFigureOut">
              <a:rPr lang="he-IL" smtClean="0"/>
              <a:t>ה'/כסלו/תשפ"ו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64C1183-347D-BF7D-BCC9-97F186895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482E08C-E132-CF43-E45A-8F99A084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058BF-577F-4ED4-AEFB-7165FD0604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1497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65705B7-94A8-4683-F37F-20B1BCD4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4F15206B-5BB3-3D94-48C4-35735CDB80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5AB8208-C787-88C7-B387-9ED1A880A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04F9538-8711-B872-DFF7-02975F55E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C7BA3-AAEE-4E6F-9723-3F2E43AA5A0C}" type="datetimeFigureOut">
              <a:rPr lang="he-IL" smtClean="0"/>
              <a:t>ה'/כסלו/תשפ"ו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03C9A36-832A-8B9B-47DF-34C5794A5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98C35B9-B103-5AB1-E569-E194CE37A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058BF-577F-4ED4-AEFB-7165FD0604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6615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39C8E62-1F39-B7E9-B7CA-23326DF7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600FB74-488C-DDFF-B2DB-92DAA2025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E214B1B-BC34-29C9-FB67-838CC4346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C7BA3-AAEE-4E6F-9723-3F2E43AA5A0C}" type="datetimeFigureOut">
              <a:rPr lang="he-IL" smtClean="0"/>
              <a:t>ה'/כסלו/תשפ"ו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02568EB-F2B2-CAAD-019F-E2A1AB9FE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0BDC7D0-1254-F691-67DA-81BAEAC41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058BF-577F-4ED4-AEFB-7165FD0604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03404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CDD66DE1-9C44-9027-881C-A545DCE7C8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B43961C-DED5-9D06-A198-6750EFD22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EBDE46B-8529-4FE3-8200-9669FB4DF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C7BA3-AAEE-4E6F-9723-3F2E43AA5A0C}" type="datetimeFigureOut">
              <a:rPr lang="he-IL" smtClean="0"/>
              <a:t>ה'/כסלו/תשפ"ו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CA0EFF1-88D0-FA8D-C5A9-3E0E2AFE7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3540F4F-C7DE-6B95-6AD0-012217F31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058BF-577F-4ED4-AEFB-7165FD0604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466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1C3EAFE-CE72-616A-E976-58432BBD2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57EDB16-97B3-54A4-6918-A9D119EA1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0A95DB7-8043-9FF9-0E76-9689D4A07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C7BA3-AAEE-4E6F-9723-3F2E43AA5A0C}" type="datetimeFigureOut">
              <a:rPr lang="he-IL" smtClean="0"/>
              <a:t>ה'/כסלו/תשפ"ו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0DD7A4B-B293-99DC-8C2D-2042DF91C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71572D6-805A-031C-9460-8384DED99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058BF-577F-4ED4-AEFB-7165FD0604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7190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לב 8">
            <a:extLst>
              <a:ext uri="{FF2B5EF4-FFF2-40B4-BE49-F238E27FC236}">
                <a16:creationId xmlns:a16="http://schemas.microsoft.com/office/drawing/2014/main" id="{D0E3AC55-582C-9C99-E42A-0254B3B5BA9D}"/>
              </a:ext>
            </a:extLst>
          </p:cNvPr>
          <p:cNvSpPr/>
          <p:nvPr/>
        </p:nvSpPr>
        <p:spPr>
          <a:xfrm>
            <a:off x="6096000" y="530352"/>
            <a:ext cx="1328928" cy="1054608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מידע</a:t>
            </a:r>
          </a:p>
        </p:txBody>
      </p:sp>
      <p:sp>
        <p:nvSpPr>
          <p:cNvPr id="11" name="לב 10">
            <a:extLst>
              <a:ext uri="{FF2B5EF4-FFF2-40B4-BE49-F238E27FC236}">
                <a16:creationId xmlns:a16="http://schemas.microsoft.com/office/drawing/2014/main" id="{E93E502F-7608-022E-FF58-80516E94A2B5}"/>
              </a:ext>
            </a:extLst>
          </p:cNvPr>
          <p:cNvSpPr/>
          <p:nvPr/>
        </p:nvSpPr>
        <p:spPr>
          <a:xfrm>
            <a:off x="7107936" y="1752600"/>
            <a:ext cx="1328928" cy="1054608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כניסה</a:t>
            </a:r>
          </a:p>
        </p:txBody>
      </p:sp>
      <p:sp>
        <p:nvSpPr>
          <p:cNvPr id="12" name="לב 11">
            <a:extLst>
              <a:ext uri="{FF2B5EF4-FFF2-40B4-BE49-F238E27FC236}">
                <a16:creationId xmlns:a16="http://schemas.microsoft.com/office/drawing/2014/main" id="{4DDDC61F-2AA7-3A70-4DB2-D11E04E137A4}"/>
              </a:ext>
            </a:extLst>
          </p:cNvPr>
          <p:cNvSpPr/>
          <p:nvPr/>
        </p:nvSpPr>
        <p:spPr>
          <a:xfrm>
            <a:off x="7664196" y="530352"/>
            <a:ext cx="1328928" cy="1054608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הרשמה</a:t>
            </a:r>
          </a:p>
        </p:txBody>
      </p:sp>
      <p:sp>
        <p:nvSpPr>
          <p:cNvPr id="13" name="לב 12">
            <a:extLst>
              <a:ext uri="{FF2B5EF4-FFF2-40B4-BE49-F238E27FC236}">
                <a16:creationId xmlns:a16="http://schemas.microsoft.com/office/drawing/2014/main" id="{5DC6FF76-0E74-F18C-A402-7608E5FAC222}"/>
              </a:ext>
            </a:extLst>
          </p:cNvPr>
          <p:cNvSpPr/>
          <p:nvPr/>
        </p:nvSpPr>
        <p:spPr>
          <a:xfrm>
            <a:off x="9232392" y="530352"/>
            <a:ext cx="1328928" cy="1054608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דף הבית</a:t>
            </a:r>
          </a:p>
        </p:txBody>
      </p:sp>
    </p:spTree>
    <p:extLst>
      <p:ext uri="{BB962C8B-B14F-4D97-AF65-F5344CB8AC3E}">
        <p14:creationId xmlns:p14="http://schemas.microsoft.com/office/powerpoint/2010/main" val="20386407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מסך רחב</PresentationFormat>
  <Paragraphs>4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2025-11-25T13:52:47Z</dcterms:created>
  <dcterms:modified xsi:type="dcterms:W3CDTF">2025-11-25T13:53:06Z</dcterms:modified>
</cp:coreProperties>
</file>